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818CF8"/>
                </a:solidFill>
              </a:defRPr>
            </a:pPr>
            <a:r>
              <a:t>VOCALLABS AI | FOUNDER'S OFFICE INTERN</a:t>
            </a:r>
          </a:p>
          <a:p>
            <a:pPr>
              <a:spcAft>
                <a:spcPts val="1200"/>
              </a:spcAft>
              <a:defRPr sz="3000" b="1">
                <a:solidFill>
                  <a:srgbClr val="F8FAFC"/>
                </a:solidFill>
              </a:defRPr>
            </a:pPr>
            <a:r>
              <a:t>Operational Execution Playbook &amp; Strategic Answers</a:t>
            </a:r>
          </a:p>
          <a:p>
            <a:pPr>
              <a:spcAft>
                <a:spcPts val="2400"/>
              </a:spcAft>
              <a:defRPr sz="1500">
                <a:solidFill>
                  <a:srgbClr val="94A3B8"/>
                </a:solidFill>
              </a:defRPr>
            </a:pPr>
            <a:r>
              <a:t>Direct Answers to Q1 (Client Escalation), Q2 (INR 1 Cr Budget &amp; Time), and Q3 (Candidate Positioning)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389120"/>
            <a:ext cx="2468880" cy="164592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262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818CF8"/>
                </a:solidFill>
              </a:defRPr>
            </a:pPr>
            <a:r>
              <a:t>&lt;400ms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Audio Pipeline Latency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STT -&gt; LLM -&gt; TTS stream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4389120"/>
            <a:ext cx="2468880" cy="164592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45262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</a:defRPr>
            </a:pPr>
            <a:r>
              <a:t>INR 1.0 Cr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Capital Deployment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12-month growth budget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389120"/>
            <a:ext cx="2468880" cy="164592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45262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t>40/30/20/10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Capacity Prioritization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Deals, Eng, CS &amp; Ops split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4389120"/>
            <a:ext cx="2468880" cy="164592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45262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7171"/>
                </a:solidFill>
              </a:defRPr>
            </a:pPr>
            <a:r>
              <a:t>10 / 10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Candidate Alignment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Ships code, decks &amp;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VOCALLABS AI | FOUNDER'S OFFICE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Q1: What I Would Do First &amp; Who I Would Loop In Internally</a:t>
            </a:r>
          </a:p>
        </p:txBody>
      </p:sp>
      <p:pic>
        <p:nvPicPr>
          <p:cNvPr id="4" name="Picture 3" descr="escalation_timelin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208127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818CF8"/>
                </a:solidFill>
              </a:defRPr>
            </a:pPr>
            <a:r>
              <a:t>1. WHAT I WOULD DO FIRST (Hours 00 - 02 Triage)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Audit VocalStack Live Telemetry: Inspect past 30 days logs for latency spikes (&gt;450ms), STT Word Error Rate (WER), and SIP packet loss.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- 120-Minute Client SLA Message: Send direct memo to Client VP of Ops promising full root-cause breakdown by 4:00 PM.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Isolate Audio Bottleneck: Pinpoint whether issue is LLM tool-calling lag, regional accent dropouts, or carrier packet jitter.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</a:defRPr>
            </a:pPr>
            <a:r>
              <a:t>2. WHO I WOULD LOOP IN INTERNALLY (Hours 02 - 12)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Solutions Engineer &amp; AI Voice Architect: To analyze prompt context windows, STT acoustic models, and API callback latency.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Telephony &amp; Infrastructure Lead: To inspect WebRTC/SIP trunking routing, carrier failovers, and edge node performance.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Co-Founders &amp; CEO (5-Min Briefing): Brief Mritunjoy, Rag, &amp; Nileesh to align on 30-day performance credit boundary.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VOCALLABS AI | FOUNDER'S OFFICE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Q1: How I Would Approach the Actual Client Conversation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</a:defRPr>
            </a:pPr>
            <a:r>
              <a:t>3. CLIENT CONVERSATION APPROACH (Minutes 00 - 25)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Radical Transparency (Mins 0-10): Present transparent telemetry logs showing where latency spiked: 100% ownership, zero blaming third-party APIs.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Live Proof Demo (Mins 10-25): Demonstrate live side-by-side audio comparison of old pipeline vs newly optimized sub-400ms VocalStack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</a:defRPr>
            </a:pPr>
            <a:r>
              <a:t>3. CLIENT SUMMIT LOCK-IN (Minutes 25 - 50)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- 30-Day Performance Guarantee (Mins 25-40): Offer 50% credit on infra fees if metrics miss 25% target in 14 days + weekly joint engineering steering sync.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Commercial Renewal (Mins 40-50): Convert crisis turnaround into long-term enterprise contract extension.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VOCALLABS AI | FOUNDER'S OFFICE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Q2: INR 1 Crore Capital Deployment Strategy (Line-Item Breakdown)</a:t>
            </a:r>
          </a:p>
        </p:txBody>
      </p:sp>
      <p:pic>
        <p:nvPicPr>
          <p:cNvPr id="4" name="Picture 3" descr="budget_alloc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370944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</a:defRPr>
            </a:pPr>
            <a:r>
              <a:t>Capital Line-Item Allocation (INR 1,00,00,000 Total)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INR 40L (40%) Partner Acquisition Engine: Outbound B2B data enrichment for BPO targeting &amp; funding first 10k partner voice call minutes.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INR 35L (35%) Developer &amp; OS Ecosystem: Contributor grants for VocalFlow OS &amp; PocoDisk, production MCP Servers, and Voice AI hackathons.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INR 15L (15%) Global Telephony Infra: Multi-region edge nodes (Mumbai, US East, EU) &amp; multi-carrier SIP trunk failover.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INR 10L (10%) Founder's Office Reserve: Key account turnaround credits &amp; rapid micro-experimentation.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VOCALLABS AI | FOUNDER'S OFFICE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Q2: Founder's Office Weekly Time Prioritization Ratio</a:t>
            </a:r>
          </a:p>
        </p:txBody>
      </p:sp>
      <p:pic>
        <p:nvPicPr>
          <p:cNvPr id="4" name="Picture 3" descr="time_alloc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3221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818CF8"/>
                </a:solidFill>
              </a:defRPr>
            </a:pPr>
            <a:r>
              <a:t>Weekly Operating Prioritization Ratio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- 40% (~18 hrs/wk) Partner Deals &amp; GTM: Running outbound partner campaigns, pitching BPO owners, negotiating reseller margin splits.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- 30% (~14 hrs/wk) Product &amp; Eng Sync: Triaging partner feature requests, testing VocalStack/MCP releases, dogfooding Hiringg.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- 20% (~9 hrs/wk) Partner Success &amp; CS: Monitoring voice telemetry across top 20 accounts, enforcing zero churn.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- 10% (~4 hrs/wk) Executive Operations: Metric dashboards, co-founder briefings, internal process automation.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VOCALLABS AI | FOUNDER'S OFFICE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Q3: Candidate Positioning &amp; 10/10 Assessment Pitch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</a:defRPr>
            </a:pPr>
            <a:r>
              <a:t>Why I am a 10/10 Match for Vocallabs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Aligned with Mritunjoy's Ethos: I ship working code, PPTX engines, and operational frameworks: no 3-month slide deck fluff.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Technical &amp; Business Dual-Threat: Capable of analyzing voice telemetry (STT/TTS latency) AND negotiating gross margin splits with BPO founders.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Product Meta-Signal Awareness: Recognized immediately that Hiringg (app.hiringg.ai) is Vocallabs' dogfooded AI hiring product.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Zero Hand-Holding Needed: Self-directed operator who builds data-driven solutions under tight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</a:defRPr>
            </a:pPr>
            <a:r>
              <a:t>Operating Comparison: Me vs Standard Applicant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Standard Applicant: Writes 3 paragraphs or generic deck; lacks understanding of white-label infrastructure economics.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My Execution: Built 2 complete PPTX presentations, strategy docs, visual telemetry charts, and teleprompter video script.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Understanding of Moat: Focuses on VocalStack, VocalFlow OS, MCP Server, and BPO margin arbitrage.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Final Pitch: An execution partner who runs beside the founders at 100mph.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